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ico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07D23-553B-7C4A-F8A7-477AD9BA9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519710"/>
            <a:ext cx="8825658" cy="2677648"/>
          </a:xfrm>
        </p:spPr>
        <p:txBody>
          <a:bodyPr/>
          <a:lstStyle/>
          <a:p>
            <a:r>
              <a:rPr lang="es-ES" sz="7200" dirty="0" err="1"/>
              <a:t>Ravedaddy</a:t>
            </a:r>
            <a:endParaRPr lang="es-ES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7C0B9D-1D3E-AA6D-8129-D12038722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306794"/>
            <a:ext cx="6557810" cy="470481"/>
          </a:xfrm>
        </p:spPr>
        <p:txBody>
          <a:bodyPr>
            <a:normAutofit/>
          </a:bodyPr>
          <a:lstStyle/>
          <a:p>
            <a:r>
              <a:rPr lang="es-ES" dirty="0"/>
              <a:t>Encuentra tu fiesta ideal, con tu compañero ideal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3271DD-9CF0-2DEE-DBCF-958430EB0E5E}"/>
              </a:ext>
            </a:extLst>
          </p:cNvPr>
          <p:cNvSpPr txBox="1"/>
          <p:nvPr/>
        </p:nvSpPr>
        <p:spPr>
          <a:xfrm>
            <a:off x="9094304" y="5832686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IES Juan de la Cierva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84924D-8542-4B23-6E3D-F339C9BED8A5}"/>
              </a:ext>
            </a:extLst>
          </p:cNvPr>
          <p:cNvSpPr txBox="1"/>
          <p:nvPr/>
        </p:nvSpPr>
        <p:spPr>
          <a:xfrm>
            <a:off x="1154955" y="5355607"/>
            <a:ext cx="412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Tutor: Ramon Merchán </a:t>
            </a:r>
            <a:r>
              <a:rPr lang="es-ES" dirty="0" err="1">
                <a:solidFill>
                  <a:schemeClr val="bg1"/>
                </a:solidFill>
              </a:rPr>
              <a:t>Sanzano</a:t>
            </a:r>
            <a:r>
              <a:rPr lang="es-E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50B3A3-80B1-84F5-7911-B5D664E29D93}"/>
              </a:ext>
            </a:extLst>
          </p:cNvPr>
          <p:cNvSpPr txBox="1"/>
          <p:nvPr/>
        </p:nvSpPr>
        <p:spPr>
          <a:xfrm>
            <a:off x="1154955" y="5824503"/>
            <a:ext cx="4639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Ciclo: Desarrollo de Aplicaciones Web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ED3C01-D0DE-533C-E5ED-8AC10B8F86F7}"/>
              </a:ext>
            </a:extLst>
          </p:cNvPr>
          <p:cNvSpPr txBox="1"/>
          <p:nvPr/>
        </p:nvSpPr>
        <p:spPr>
          <a:xfrm>
            <a:off x="1154955" y="4886711"/>
            <a:ext cx="4828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Presentado por: Jose María Rubio Robles</a:t>
            </a:r>
          </a:p>
        </p:txBody>
      </p:sp>
    </p:spTree>
    <p:extLst>
      <p:ext uri="{BB962C8B-B14F-4D97-AF65-F5344CB8AC3E}">
        <p14:creationId xmlns:p14="http://schemas.microsoft.com/office/powerpoint/2010/main" val="87892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43ED1-3E78-F1EC-E931-0B8E066A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problema</a:t>
            </a:r>
          </a:p>
        </p:txBody>
      </p:sp>
      <p:pic>
        <p:nvPicPr>
          <p:cNvPr id="3076" name="Picture 4" descr="Logo de Instagram: la historia y el significado del logotipo ...">
            <a:extLst>
              <a:ext uri="{FF2B5EF4-FFF2-40B4-BE49-F238E27FC236}">
                <a16:creationId xmlns:a16="http://schemas.microsoft.com/office/drawing/2014/main" id="{E4C92E3C-6F9A-4A67-CB22-137F597306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4" t="6081" r="24928" b="5414"/>
          <a:stretch>
            <a:fillRect/>
          </a:stretch>
        </p:blipFill>
        <p:spPr bwMode="auto">
          <a:xfrm>
            <a:off x="3841864" y="4294071"/>
            <a:ext cx="2008490" cy="195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ondo Disko on the App Store">
            <a:extLst>
              <a:ext uri="{FF2B5EF4-FFF2-40B4-BE49-F238E27FC236}">
                <a16:creationId xmlns:a16="http://schemas.microsoft.com/office/drawing/2014/main" id="{813E3E9F-3A53-3E39-4E59-C0DBC009AC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30" t="11280" r="29765" b="11936"/>
          <a:stretch>
            <a:fillRect/>
          </a:stretch>
        </p:blipFill>
        <p:spPr bwMode="auto">
          <a:xfrm>
            <a:off x="1468913" y="2844233"/>
            <a:ext cx="2024570" cy="195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tream LASTER MIX #020 · KWARTZ by Laster Club | Listen online for free on  SoundCloud">
            <a:extLst>
              <a:ext uri="{FF2B5EF4-FFF2-40B4-BE49-F238E27FC236}">
                <a16:creationId xmlns:a16="http://schemas.microsoft.com/office/drawing/2014/main" id="{21FBF33A-C78D-1CA4-2A73-4F4D4DA23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648" y="2950814"/>
            <a:ext cx="1851062" cy="18510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E5071282-1526-D269-6DF1-D8FF28E8E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951" y="3997579"/>
            <a:ext cx="2254135" cy="22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41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5D303-98AD-9BA0-6756-57DF503FA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Nacimiento de la idea</a:t>
            </a:r>
          </a:p>
        </p:txBody>
      </p:sp>
      <p:pic>
        <p:nvPicPr>
          <p:cNvPr id="1026" name="Picture 2" descr="Pegatina for Sale con la obra «Logotipo de Chat GPT-3» de MrShy">
            <a:extLst>
              <a:ext uri="{FF2B5EF4-FFF2-40B4-BE49-F238E27FC236}">
                <a16:creationId xmlns:a16="http://schemas.microsoft.com/office/drawing/2014/main" id="{05AF2C8D-800A-555C-44DB-1C121463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793" y="2385392"/>
            <a:ext cx="2385391" cy="31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ave - Wikipedia, la enciclopedia libre">
            <a:extLst>
              <a:ext uri="{FF2B5EF4-FFF2-40B4-BE49-F238E27FC236}">
                <a16:creationId xmlns:a16="http://schemas.microsoft.com/office/drawing/2014/main" id="{ED2545ED-C867-9E23-09D0-9BE691D37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817" y="2584175"/>
            <a:ext cx="3710609" cy="2782957"/>
          </a:xfrm>
          <a:prstGeom prst="roundRect">
            <a:avLst>
              <a:gd name="adj" fmla="val 1452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96A800F-40D7-6E3B-E884-869C00CA8283}"/>
              </a:ext>
            </a:extLst>
          </p:cNvPr>
          <p:cNvSpPr txBox="1"/>
          <p:nvPr/>
        </p:nvSpPr>
        <p:spPr>
          <a:xfrm>
            <a:off x="5754756" y="3588026"/>
            <a:ext cx="877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553838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B6A27-6583-7CF1-3319-6527C9E62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 es </a:t>
            </a:r>
            <a:r>
              <a:rPr lang="es-ES" dirty="0" err="1"/>
              <a:t>RaveDaddy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8294F5-3A58-C55D-BB85-2082B4BFD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075" y="2994116"/>
            <a:ext cx="3565850" cy="28902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0673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B86F9-F13D-FFE7-0338-639F1556A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19" y="973668"/>
            <a:ext cx="8761413" cy="706964"/>
          </a:xfrm>
        </p:spPr>
        <p:txBody>
          <a:bodyPr/>
          <a:lstStyle/>
          <a:p>
            <a:pPr algn="ctr"/>
            <a:r>
              <a:rPr lang="es-ES" dirty="0"/>
              <a:t>Que lo diferencia</a:t>
            </a:r>
          </a:p>
        </p:txBody>
      </p:sp>
      <p:pic>
        <p:nvPicPr>
          <p:cNvPr id="4098" name="Picture 2" descr="Fever: Eventos &amp; Boletos - Aplicaciones en Google Play">
            <a:extLst>
              <a:ext uri="{FF2B5EF4-FFF2-40B4-BE49-F238E27FC236}">
                <a16:creationId xmlns:a16="http://schemas.microsoft.com/office/drawing/2014/main" id="{39CE1C40-55A3-1F93-92F4-824F9429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4" y="2998671"/>
            <a:ext cx="2885661" cy="28856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XCEED - Apps en Google Play">
            <a:extLst>
              <a:ext uri="{FF2B5EF4-FFF2-40B4-BE49-F238E27FC236}">
                <a16:creationId xmlns:a16="http://schemas.microsoft.com/office/drawing/2014/main" id="{D493B1A2-839C-8F75-3AB8-4D339EB89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69" y="2981737"/>
            <a:ext cx="2885662" cy="28856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ourvenues">
            <a:extLst>
              <a:ext uri="{FF2B5EF4-FFF2-40B4-BE49-F238E27FC236}">
                <a16:creationId xmlns:a16="http://schemas.microsoft.com/office/drawing/2014/main" id="{BAF99CA0-0654-1F22-4B9E-1459BEBC2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385" y="2981738"/>
            <a:ext cx="2885661" cy="28856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22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EE8A8-521F-5650-4F98-FAA3091B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Funcionamiento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025D96-65B2-5CA5-761A-A8F6B85F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08"/>
          <a:stretch>
            <a:fillRect/>
          </a:stretch>
        </p:blipFill>
        <p:spPr>
          <a:xfrm>
            <a:off x="320067" y="2613177"/>
            <a:ext cx="2892288" cy="359877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EF6BD12-BC16-082E-6D38-CB0B28EC74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73"/>
          <a:stretch>
            <a:fillRect/>
          </a:stretch>
        </p:blipFill>
        <p:spPr>
          <a:xfrm>
            <a:off x="3212355" y="2613178"/>
            <a:ext cx="4294676" cy="35987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50E690A-AC9A-43D9-2216-DAF1A8D854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713"/>
          <a:stretch>
            <a:fillRect/>
          </a:stretch>
        </p:blipFill>
        <p:spPr>
          <a:xfrm>
            <a:off x="7507031" y="2613177"/>
            <a:ext cx="4294676" cy="360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70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329D0-EDCE-ED83-FB1C-6D4CDAE7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 he aprendido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32D112-7C78-AAF5-3DF7-399EE2BC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645"/>
          <a:stretch>
            <a:fillRect/>
          </a:stretch>
        </p:blipFill>
        <p:spPr>
          <a:xfrm>
            <a:off x="1312934" y="3063861"/>
            <a:ext cx="8672312" cy="282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75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9D612-0A8A-A79F-D4AB-29BB8583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 he aprendido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604661-E939-14D4-6559-41D9D7F4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335695"/>
            <a:ext cx="9458119" cy="442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0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89FC9-BDAC-17F0-7649-EFED8EF7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Limitaciones</a:t>
            </a:r>
          </a:p>
        </p:txBody>
      </p:sp>
      <p:pic>
        <p:nvPicPr>
          <p:cNvPr id="6146" name="Picture 2" descr="Las claves para dominar Google Gemini y sacarle el máximo provecho">
            <a:extLst>
              <a:ext uri="{FF2B5EF4-FFF2-40B4-BE49-F238E27FC236}">
                <a16:creationId xmlns:a16="http://schemas.microsoft.com/office/drawing/2014/main" id="{28EB90A2-50E8-D0A3-BB6D-0F2A07B5A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7" t="38696" r="26957" b="37391"/>
          <a:stretch>
            <a:fillRect/>
          </a:stretch>
        </p:blipFill>
        <p:spPr bwMode="auto">
          <a:xfrm>
            <a:off x="768626" y="3428298"/>
            <a:ext cx="4588565" cy="141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7A3264E6-F32C-CD7B-5415-0D51EEC60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261" y="3106904"/>
            <a:ext cx="5642113" cy="187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0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2F768-48A4-8C7A-95A1-1903A128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Futuro del proyecto</a:t>
            </a:r>
          </a:p>
        </p:txBody>
      </p:sp>
      <p:pic>
        <p:nvPicPr>
          <p:cNvPr id="3" name="Picture 2" descr="Fever: Eventos &amp; Boletos - Aplicaciones en Google Play">
            <a:extLst>
              <a:ext uri="{FF2B5EF4-FFF2-40B4-BE49-F238E27FC236}">
                <a16:creationId xmlns:a16="http://schemas.microsoft.com/office/drawing/2014/main" id="{6F65CB6E-132E-103C-CFE1-3EBB93F4C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296" y="4027212"/>
            <a:ext cx="1975873" cy="19758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Fourvenues">
            <a:extLst>
              <a:ext uri="{FF2B5EF4-FFF2-40B4-BE49-F238E27FC236}">
                <a16:creationId xmlns:a16="http://schemas.microsoft.com/office/drawing/2014/main" id="{1122B48E-3E14-1849-43AA-B6EFC1FF2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997" y="2441064"/>
            <a:ext cx="1975872" cy="1975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pp RA Guide - App Store">
            <a:extLst>
              <a:ext uri="{FF2B5EF4-FFF2-40B4-BE49-F238E27FC236}">
                <a16:creationId xmlns:a16="http://schemas.microsoft.com/office/drawing/2014/main" id="{18A3A6C3-D6C3-0276-FDC2-7B715992A9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04" t="15335" r="31189" b="13986"/>
          <a:stretch>
            <a:fillRect/>
          </a:stretch>
        </p:blipFill>
        <p:spPr bwMode="auto">
          <a:xfrm>
            <a:off x="8869349" y="2441063"/>
            <a:ext cx="1975873" cy="197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E9FC770E-559C-2209-C05D-EA64403F9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673" y="4027213"/>
            <a:ext cx="1975872" cy="1975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766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{816454ED-31AD-41C6-B3E8-34739C262991}TF229edf6a-8a49-49ee-a0a6-503705294748c4f05f52-777094320901</Template>
  <TotalTime>80</TotalTime>
  <Words>57</Words>
  <Application>Microsoft Office PowerPoint</Application>
  <PresentationFormat>Panorámica</PresentationFormat>
  <Paragraphs>16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Sala de reuniones Ion</vt:lpstr>
      <vt:lpstr>Ravedaddy</vt:lpstr>
      <vt:lpstr>El problema</vt:lpstr>
      <vt:lpstr>Nacimiento de la idea</vt:lpstr>
      <vt:lpstr>Que es RaveDaddy</vt:lpstr>
      <vt:lpstr>Que lo diferencia</vt:lpstr>
      <vt:lpstr>Funcionamiento</vt:lpstr>
      <vt:lpstr>Que he aprendido</vt:lpstr>
      <vt:lpstr>Que he aprendido</vt:lpstr>
      <vt:lpstr>Limitaciones</vt:lpstr>
      <vt:lpstr>Futuro del proyecto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Mª Rubio Robles</dc:creator>
  <cp:lastModifiedBy>Jose Mª Rubio Robles</cp:lastModifiedBy>
  <cp:revision>1</cp:revision>
  <dcterms:created xsi:type="dcterms:W3CDTF">2025-12-10T20:14:32Z</dcterms:created>
  <dcterms:modified xsi:type="dcterms:W3CDTF">2025-12-10T21:35:21Z</dcterms:modified>
</cp:coreProperties>
</file>